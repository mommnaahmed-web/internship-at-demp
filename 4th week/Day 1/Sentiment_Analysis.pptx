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90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236"/>
            <a:ext cx="9144000" cy="22860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LSTM vs GRU on IMDb Movie Reviews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IMDB Reviews | Balanced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 | Tokenization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34747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50,000 IMDb reviews as positive or negative using deep learning models with high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137160" cy="34747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280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three RNN variants on identical datasets and hyperparameters for fair performance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97280"/>
            <a:ext cx="137160" cy="34747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280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F1-score and identify the optimal model for production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IMDB MOVIE REVIEWS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4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2112264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Classes: 50% positive, 50% negative (eliminates class bias)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training, 20% validation (40,000 / 10,000)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216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Size: Approximately 8,500 words after filtering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0507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Word Frequency: 5 occurrences (removes noise)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799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Fixed at 200 tokens with padding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143000"/>
            <a:ext cx="457200" cy="4572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6" name="Text 4"/>
          <p:cNvSpPr/>
          <p:nvPr/>
        </p:nvSpPr>
        <p:spPr>
          <a:xfrm>
            <a:off x="8915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417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tags, URLs, punctuation. Convert to lowercase.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69164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6060" y="1143000"/>
            <a:ext cx="457200" cy="4572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1" name="Text 9"/>
          <p:cNvSpPr/>
          <p:nvPr/>
        </p:nvSpPr>
        <p:spPr>
          <a:xfrm>
            <a:off x="27660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1737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417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words. Remove extra whitespace.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005840"/>
            <a:ext cx="169164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0580" y="1143000"/>
            <a:ext cx="457200" cy="4572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405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60520" y="1737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194560"/>
            <a:ext cx="1417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word-to-index mapping. Filter by frequency (min: 5).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005840"/>
            <a:ext cx="169164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5100" y="1143000"/>
            <a:ext cx="457200" cy="4572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0" y="1737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1417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 to integers. Handle unknown tokens as UNK.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1005840"/>
            <a:ext cx="169164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9620" y="1143000"/>
            <a:ext cx="457200" cy="4572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26" name="Text 24"/>
          <p:cNvSpPr/>
          <p:nvPr/>
        </p:nvSpPr>
        <p:spPr>
          <a:xfrm>
            <a:off x="83896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909560" y="1737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2194560"/>
            <a:ext cx="1417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sequences to fixed length (200 tokens).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SIMPLE RECURRENT NEURAL NETWORK (RNN)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of input sequences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state carries temporal information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from previous step feeds to next step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with fast training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Layers: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1821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Dimension: 128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4381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Dimension: 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6941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Rate: 0.3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84048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527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 (Word IDs)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837944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856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167128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185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 (First Layer)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496312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514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 (Second Layer)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825496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8437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Output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15468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172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483864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502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3813048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8313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(0 or 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LONG SHORT-TERM MEMORY (LSTM)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gating mechanisms (Forget, Input, Output)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for long-term memory storage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vanishing gradient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dependencies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performance on long sequences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31520" y="27614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RNN: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900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long text sequences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selective forgetting of information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long-term context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classification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384048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508760"/>
            <a:ext cx="3474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545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764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f(t) = sigmoid(W_f * [h_{t-1}, x_t] + b_f)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0" y="2167128"/>
            <a:ext cx="3474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203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423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i(t) = sigmoid(W_i * [h_{t-1}, x_t] + b_i)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2825496"/>
            <a:ext cx="3474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862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Candidate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081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C'(t) = tanh(W_c * [h_{t-1}, x_t] + b_c)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3483864"/>
            <a:ext cx="3474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520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3739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o(t) = sigmoid(W_o * [h_{t-1}, x_t] + b_o)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GATED RECURRENT UNIT (GRU)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LSTM architecture with 2 gates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forget and input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20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than LSTM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31520" y="27614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900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 time than LSTM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performance to LSTM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resource-limited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3840480" cy="35661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 | Gates | Memory | Parameters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1792224"/>
            <a:ext cx="3474720" cy="18288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74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RNN    | 0     | Short  | 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194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  | 3     | Long   | 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    | 2     | Long   | Medium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AND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116275" cy="32004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35608"/>
            <a:ext cx="3931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85.2%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258922" cy="3200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47088"/>
            <a:ext cx="3931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89.1%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233318" cy="3200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3931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88.4%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Comparison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112618" cy="32004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3560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3258922" cy="3200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4708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233318" cy="3200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25856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44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| Accuracy | Precision | Recall  | F1-Score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7680960" cy="18288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RNN    |  85.2%   |   84.8%   | 85.5%  | 85.1%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82219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  |  89.1%   |   88.9%   | 89.3%  | 89.1%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078224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    |  88.4%   |   88.2%   | 88.6%  | 88.4%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10312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103120" cy="73152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Performance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achieves the highest accuracy at 89.1%, outperforming RNN by 4 percentage points. Superior gating mechanism enables effective capture of long-range dependencies.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210312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005840"/>
            <a:ext cx="2103120" cy="73152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1691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accuracy of 85.2% reflects vanishing gradient problem on longer sequences. Simple architecture struggles to maintain context over extended text passages.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005840"/>
            <a:ext cx="210312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005840"/>
            <a:ext cx="2103120" cy="73152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Efficiency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achieves 88.4% accuracy with significantly faster training time compared to LSTM. Excellent trade-off between computational efficiency and model performance.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005840"/>
            <a:ext cx="2103120" cy="34747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4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05840"/>
            <a:ext cx="2103120" cy="73152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1691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50-50 class distribution ensures reliability of accuracy metrics. Eliminates bias toward majority class. F1-scores confirm consistent performance across both sentiment classes.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LSTM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demonstrates superior performance with 89.1% accuracy and matching F1-score. The three-gate architecture effectively mitigates vanishing gradient problems and enables robust learning of long-range dependencies essential for sentiment analysis of variable-length movie reviews. LSTM is recommended for production deployment.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73152" cy="292608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LSTM model for production sentiment analysis systems to maximize accuracy and performance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73152" cy="2926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GRU as alternative for resource-constrained environments where computational efficiency is prioritized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73152" cy="292608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ensemble voting combining all three models to improve robustness and reduce overfitting risk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73152" cy="292608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0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attention mechanisms and transformer architectures for potential accuracy improvements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73152" cy="2926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hyperparameters for domain-specific applications and transfer learning scenarios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</a:t>
            </a: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| RNN vs LSTM vs GRU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831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2026-07-28T21:49:21Z</dcterms:created>
  <dcterms:modified xsi:type="dcterms:W3CDTF">2026-07-29T06:09:44Z</dcterms:modified>
</cp:coreProperties>
</file>